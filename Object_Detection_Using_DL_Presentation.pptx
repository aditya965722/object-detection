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Title Slide</a:t>
            </a:r>
          </a:p>
        </p:txBody>
      </p:sp>
      <p:sp>
        <p:nvSpPr>
          <p:cNvPr id="3" name="Subtitle 2"/>
          <p:cNvSpPr>
            <a:spLocks noGrp="1"/>
          </p:cNvSpPr>
          <p:nvPr>
            <p:ph type="subTitle" idx="1"/>
          </p:nvPr>
        </p:nvSpPr>
        <p:spPr/>
        <p:txBody>
          <a:bodyPr/>
          <a:lstStyle/>
          <a:p>
            <a:r>
              <a:t>Object Detection Using Deep Learning</a:t>
            </a:r>
          </a:p>
          <a:p/>
          <a:p>
            <a:r>
              <a:t>Presented by: [Your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Object detection is a key technology in computer vision that involves identifying and localizing objects within images or videos. With the advancement of deep learning, object detection has seen significant improvements in terms of accuracy and speed. Modern methods use neural networks to detect and classify objects in real-time. This project explores the architecture, implementation, and applications of deep learning-based object detection.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The main goal of this project is to develop a system capable of detecting multiple objects in images or video streams using deep learning. This includes building or leveraging existing neural network models that can locate and classify objects accurately. The objective also includes understanding the underlying mechanisms of popular algorithms like YOLO, SSD, and Faster R-CNN.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Review</a:t>
            </a:r>
          </a:p>
        </p:txBody>
      </p:sp>
      <p:sp>
        <p:nvSpPr>
          <p:cNvPr id="3" name="Content Placeholder 2"/>
          <p:cNvSpPr>
            <a:spLocks noGrp="1"/>
          </p:cNvSpPr>
          <p:nvPr>
            <p:ph idx="1"/>
          </p:nvPr>
        </p:nvSpPr>
        <p:spPr/>
        <p:txBody>
          <a:bodyPr/>
          <a:lstStyle/>
          <a:p>
            <a:r>
              <a:t>Earlier object detection methods relied heavily on hand-crafted features and traditional machine learning techniques like SVM and HOG. The introduction of deep learning has revolutionized the field with models such as R-CNN, Fast R-CNN, Faster R-CNN, SSD, and YOLO. These models use CNNs for feature extraction and classification, achieving better performance on benchmark datasets like COCO and PASCAL VOC.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The methodology includes collecting and preprocessing data, selecting a suitable model (e.g., YOLOv3), training the model using annotated datasets, and evaluating its performance. The data is preprocessed into labeled bounding boxes and passed through the model which outputs class predictions and coordinates. We use frameworks like TensorFlow, Keras, or PyTorch for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Architecture</a:t>
            </a:r>
          </a:p>
        </p:txBody>
      </p:sp>
      <p:sp>
        <p:nvSpPr>
          <p:cNvPr id="3" name="Content Placeholder 2"/>
          <p:cNvSpPr>
            <a:spLocks noGrp="1"/>
          </p:cNvSpPr>
          <p:nvPr>
            <p:ph idx="1"/>
          </p:nvPr>
        </p:nvSpPr>
        <p:spPr/>
        <p:txBody>
          <a:bodyPr/>
          <a:lstStyle/>
          <a:p>
            <a:r>
              <a:t>For this project, we use YOLO (You Only Look Once) architecture which divides the image into a grid and predicts bounding boxes and class probabilities directly. YOLOv3 uses Darknet-53 as its backbone, which is a convolutional neural network with 53 layers. It is fast and accurate, suitable for real-time object detection. The model uses anchor boxes, multi-scale predictions, and residual connections for improved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Used</a:t>
            </a:r>
          </a:p>
        </p:txBody>
      </p:sp>
      <p:sp>
        <p:nvSpPr>
          <p:cNvPr id="3" name="Content Placeholder 2"/>
          <p:cNvSpPr>
            <a:spLocks noGrp="1"/>
          </p:cNvSpPr>
          <p:nvPr>
            <p:ph idx="1"/>
          </p:nvPr>
        </p:nvSpPr>
        <p:spPr/>
        <p:txBody>
          <a:bodyPr/>
          <a:lstStyle/>
          <a:p>
            <a:r>
              <a:t>The model is trained and tested on publicly available datasets such as COCO (Common Objects in Context) or PASCAL VOC, which contain thousands of labeled images across multiple object categories. The dataset is divided into training, validation, and testing sets. Data augmentation techniques are applied to improve generalization.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a:t>
            </a:r>
          </a:p>
        </p:txBody>
      </p:sp>
      <p:sp>
        <p:nvSpPr>
          <p:cNvPr id="3" name="Content Placeholder 2"/>
          <p:cNvSpPr>
            <a:spLocks noGrp="1"/>
          </p:cNvSpPr>
          <p:nvPr>
            <p:ph idx="1"/>
          </p:nvPr>
        </p:nvSpPr>
        <p:spPr/>
        <p:txBody>
          <a:bodyPr/>
          <a:lstStyle/>
          <a:p>
            <a:r>
              <a:t>The project is implemented in Python using libraries like OpenCV, TensorFlow/Keras, and NumPy. We load the dataset, preprocess the images, define the YOLO architecture, and train the model. Once trained, the model is used to perform detection on both static images and real-time video feeds, drawing bounding boxes and labels around detected objects.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The object detection model achieved high accuracy on the test set with precise bounding boxes and correct classifications. YOLOv3 provided a good balance between speed and accuracy, processing images at more than 30 FPS. Evaluation metrics like mAP (mean Average Precision) were used to assess performance, indicating the system's effectiveness.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a:t>
            </a:r>
          </a:p>
        </p:txBody>
      </p:sp>
      <p:sp>
        <p:nvSpPr>
          <p:cNvPr id="3" name="Content Placeholder 2"/>
          <p:cNvSpPr>
            <a:spLocks noGrp="1"/>
          </p:cNvSpPr>
          <p:nvPr>
            <p:ph idx="1"/>
          </p:nvPr>
        </p:nvSpPr>
        <p:spPr/>
        <p:txBody>
          <a:bodyPr/>
          <a:lstStyle/>
          <a:p>
            <a:r>
              <a:t>Object detection using deep learning is used in various fields including autonomous driving, surveillance, healthcare, retail, robotics, and smart cities. It helps in detecting pedestrians, vehicles, medical instruments, products on shelves, and more. Its real-time capabilities enable deployment in safety-critical systems and mobile applications.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project demonstrates how deep learning, especially YOLOv3, can be effectively used for object detection in real-time scenarios. The system is accurate, efficient, and scalable to different datasets. It highlights the power of CNNs and transfer learning in solving complex computer vision tasks with high performance.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r>
              <a:t>Future work includes using more advanced models like YOLOv5 or EfficientDet, integrating temporal object tracking in videos, and optimizing the model for edge devices. Additionally, developing domain-specific models for medical or industrial use cases can improve accuracy and relevance in targeted applications.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1. Redmon, J., &amp; Farhadi, A. (2018). YOLOv3: An Incremental Improvement</a:t>
            </a:r>
          </a:p>
          <a:p>
            <a:r>
              <a:t>2. Liu, W. et al. (2016). SSD: Single Shot MultiBox Detector</a:t>
            </a:r>
          </a:p>
          <a:p>
            <a:r>
              <a:t>3. COCO and PASCAL VOC Datasets</a:t>
            </a:r>
          </a:p>
          <a:p>
            <a:r>
              <a:t>4. TensorFlow and PyTorch Documentation</a:t>
            </a:r>
          </a:p>
          <a:p>
            <a:r>
              <a:t>5. OpenCV Library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